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Veil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C0"/>
                </a:solidFill>
                <a:latin typeface="Calibri"/>
              </a:defRPr>
            </a:pPr>
            <a:r>
              <a:t>Decentralized Container Orchestration on FEVM + libp2p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NLnet Grant Application  |  MIT License  | 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Sumanjeet  &amp;  Shivam Kumar (shivv23)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Single points of failure — centralized orchestrators (Kubernetes) can bring down entire stacks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Vendor lock-in — cloud providers control scheduling, pricing, and data placement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No verifiable storage — container images sit on opaque registries with no audit trail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No privacy for multi-org clusters — organizations must expose resource metrics to a shared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Container orchestration needs a decentralized, verifiable, and privacy-preserving alternative.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FEVM Smart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On-chain governance: member management, image registry, replica balancing, deal anchoring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libp2p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Decentralized cluster: TCP transport, Noise encryption, GossipSub heartbeats — no central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Docker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Pull, create, start, stop containers via Docker Engine API, driven by on-chain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IPFS + Filecoin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Deployment manifests pinned to IPFS; V2 adds automated Filecoin storage deals per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FHE Scheduling (Planned)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Encrypted telemetry via Zama FHE SDK for regulated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State (V1 — Working)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Canteen.sol on FEVM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Deployed &amp;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Web Dashboard (React + D3)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Live on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MetaMask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Filecoin Calibration (chain 314159)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libp2p Cluster Networking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91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TCP, Noise, mDNS, GossipSub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Docker Container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Pull, create, start,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Event-Driven Scheduler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MemberJoin, MemberLeave, MemberImageUpdate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IPFS Pinning (Pinata)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212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Deployment manifests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521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8521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GitHub Actions: contract tests + Docker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645920"/>
            <a:ext cx="54864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Dashboard (React + D3 + Web3)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54864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FEVM Contract (Canteen.sol)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840480"/>
            <a:ext cx="548640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Veil Nodes (libp2p) + Scheduler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937760"/>
            <a:ext cx="548640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 Hosts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852160"/>
            <a:ext cx="5486400" cy="640080"/>
          </a:xfrm>
          <a:prstGeom prst="rect">
            <a:avLst/>
          </a:prstGeom>
          <a:solidFill>
            <a:srgbClr val="0E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Filecoin Network (Calibration → Mainnet)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React + D3</a:t>
            </a:r>
            <a:br/>
            <a:r>
              <a:t>force graph</a:t>
            </a:r>
            <a:br/>
            <a:r>
              <a:t>Web3/MetaMask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Membership</a:t>
            </a:r>
            <a:br/>
            <a:r>
              <a:t>Image registry</a:t>
            </a:r>
            <a:br/>
            <a:r>
              <a:t>Replica balancing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TCP + Noise</a:t>
            </a:r>
            <a:br/>
            <a:r>
              <a:t>GossipSub</a:t>
            </a:r>
            <a:br/>
            <a:r>
              <a:t>mDNS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Docker Engine</a:t>
            </a:r>
            <a:br/>
            <a:r>
              <a:t>API</a:t>
            </a:r>
            <a:br/>
            <a:r>
              <a:t>Socket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Storage deals</a:t>
            </a:r>
            <a:br/>
            <a:r>
              <a:t>CID verification</a:t>
            </a:r>
            <a:br/>
            <a:r>
              <a:t>Mainnet migration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Filecoin Integration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V1 (Deployed)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✓  Canteen.sol on FEVM Calibration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✓  Member management + image registry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✓  Event-driven scheduler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✓  IPFS pinning via Pinata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✓  Dashboard with MetaMask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V2 (Planned — This Grant)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StorageDeal struct on-chain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Lotus JSON-RPC deal proposal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Deal lifecycle monitoring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CID-verified image retrieval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Multi-provider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Calibri"/>
              </a:defRPr>
            </a:pPr>
            <a:r>
              <a:t>V3 (Research)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FHE confidential scheduling (Zama)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10-node CI + federation model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Mainnet migration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○  Security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Funding-Led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M1: Filecoin Deal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€15,000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Months 1-5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StorageDeal struct, Lotus JSON-RPC, deal lifecycle, dashboard deal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M2: CID Verification + Multi-Provider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€12,000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Months 1-4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CID-verified retrieval, provider fallback, retry logic, E2E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M3: FHE Confidential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€10,000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Months 1-6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Zama FHE SDK, encrypted telemetry, ciphertext scheduling, benchmarks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79"/>
            <a:ext cx="106984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7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M4: Production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2577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€8,000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257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Months 1-5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Security audit, 10-node CI, federation model, mainnet migration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€45,000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Decentralized Cloud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On-chain governed container orchestration with libp2p cluster networking. No single point of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Regulated Workloads (Healthcare, Defense)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FHE-encrypted scheduling metrics. Audit trail on-chain via FEVM. Zero-trust multi-org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Cross-Org Compute Cooperatives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libp2p federation + FEVM governance enable multi-org clusters without trust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AI/ML Training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Large model artifacts stored on Filecoin with CID verification. Programmatic deal origination.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Repository:  github.com/shivv23/Veil-Stack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Contract:  0x04dEf60e2853E4d654b366cd8103F929c456d4b7 (FEVM Calibration)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Dashboard:  veil-stack-canteen.vercel.app/dashboard/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License:  MIT</a:t>
            </a:r>
          </a:p>
          <a:p>
            <a:pPr>
              <a:spcAft>
                <a:spcPts val="6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Contact:  shivv23 (GitHub)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